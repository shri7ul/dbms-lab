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5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6" d="100"/>
          <a:sy n="66" d="100"/>
        </p:scale>
        <p:origin x="644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5E97-8296-4D52-AAD9-04E730A18ADE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7533-FEBB-4EE1-A192-6AC15109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7593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5E97-8296-4D52-AAD9-04E730A18ADE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7533-FEBB-4EE1-A192-6AC15109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845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5E97-8296-4D52-AAD9-04E730A18ADE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7533-FEBB-4EE1-A192-6AC15109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8643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5E97-8296-4D52-AAD9-04E730A18ADE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7533-FEBB-4EE1-A192-6AC15109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3230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5E97-8296-4D52-AAD9-04E730A18ADE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7533-FEBB-4EE1-A192-6AC15109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16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5E97-8296-4D52-AAD9-04E730A18ADE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7533-FEBB-4EE1-A192-6AC15109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969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5E97-8296-4D52-AAD9-04E730A18ADE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7533-FEBB-4EE1-A192-6AC15109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94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5E97-8296-4D52-AAD9-04E730A18ADE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7533-FEBB-4EE1-A192-6AC15109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3959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5E97-8296-4D52-AAD9-04E730A18ADE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7533-FEBB-4EE1-A192-6AC15109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446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5E97-8296-4D52-AAD9-04E730A18ADE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7533-FEBB-4EE1-A192-6AC15109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519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C95E97-8296-4D52-AAD9-04E730A18ADE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E07533-FEBB-4EE1-A192-6AC15109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0236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C95E97-8296-4D52-AAD9-04E730A18ADE}" type="datetimeFigureOut">
              <a:rPr lang="en-US" smtClean="0"/>
              <a:t>2/19/2022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E07533-FEBB-4EE1-A192-6AC15109805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76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858703" y="2136809"/>
            <a:ext cx="665105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 smtClean="0"/>
              <a:t>XAMPP Server Installation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3517724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325" y="447675"/>
            <a:ext cx="6991350" cy="5962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2023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9887" y="766762"/>
            <a:ext cx="6372225" cy="5324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185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425" y="800100"/>
            <a:ext cx="615315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74041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3712" y="847725"/>
            <a:ext cx="6124575" cy="516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29453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9425" y="814387"/>
            <a:ext cx="6153150" cy="5229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6707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900" y="1181100"/>
            <a:ext cx="9220200" cy="4495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2105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800100"/>
            <a:ext cx="6076950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0747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575" y="828675"/>
            <a:ext cx="6038850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046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6575" y="857250"/>
            <a:ext cx="603885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2244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3</Words>
  <Application>Microsoft Office PowerPoint</Application>
  <PresentationFormat>Widescreen</PresentationFormat>
  <Paragraphs>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Shohel Ahmed</dc:creator>
  <cp:lastModifiedBy>Shohel Ahmed</cp:lastModifiedBy>
  <cp:revision>9</cp:revision>
  <dcterms:created xsi:type="dcterms:W3CDTF">2022-02-18T17:33:18Z</dcterms:created>
  <dcterms:modified xsi:type="dcterms:W3CDTF">2022-02-19T07:58:21Z</dcterms:modified>
</cp:coreProperties>
</file>